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LLM Infrastructure Acceleration</a:t>
            </a:r>
            <a:br/>
            <a:r>
              <a:t>for Financial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88CCFF"/>
                </a:solidFill>
              </a:defRPr>
            </a:pPr>
            <a:r>
              <a:t>Local-First RAG System  |  Llama-3.2-3B  |  vLLM + AWQ4 Quantization</a:t>
            </a:r>
            <a:br/>
            <a:r>
              <a:t>RTX 3090 Ti  | 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0"/>
            <a:ext cx="27432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006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Financial analysts need fast, accurate answers from SEC filings (10-K, 10-Q, 8-K)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Cloud LLM APIs (GPT-4o) have </a:t>
            </a:r>
            <a:r>
              <a:rPr sz="2000" b="1">
                <a:solidFill>
                  <a:srgbClr val="333333"/>
                </a:solidFill>
              </a:rPr>
              <a:t>knowledge cutoff issues</a:t>
            </a:r>
            <a:r>
              <a:rPr sz="2000">
                <a:solidFill>
                  <a:srgbClr val="333333"/>
                </a:solidFill>
              </a:rPr>
              <a:t> -- miss recent FY2023 data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Cloud APIs </a:t>
            </a:r>
            <a:r>
              <a:rPr sz="2000" b="1">
                <a:solidFill>
                  <a:srgbClr val="333333"/>
                </a:solidFill>
              </a:rPr>
              <a:t>hallucinate financial numbers</a:t>
            </a:r>
            <a:r>
              <a:rPr sz="2000">
                <a:solidFill>
                  <a:srgbClr val="333333"/>
                </a:solidFill>
              </a:rPr>
              <a:t> -- 42.9% value accuracy on our benchmark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Privacy concerns: sending proprietary financial queries to external APIs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Goal: </a:t>
            </a:r>
            <a:r>
              <a:rPr sz="2000" b="1">
                <a:solidFill>
                  <a:srgbClr val="333333"/>
                </a:solidFill>
              </a:rPr>
              <a:t>local-first system</a:t>
            </a:r>
            <a:r>
              <a:rPr sz="2000">
                <a:solidFill>
                  <a:srgbClr val="333333"/>
                </a:solidFill>
              </a:rPr>
              <a:t> on a single GPU that beats cloud accuracy at lower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AAABB"/>
                </a:solidFill>
              </a:defRPr>
            </a:pPr>
            <a:r>
              <a:t>92 S&amp;P 100 tickers | 2019-2024 | ~120K text chunks + ~40K structured XBRL rows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006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3-stage pipeline:</a:t>
            </a:r>
            <a:r>
              <a:rPr sz="2000">
                <a:solidFill>
                  <a:srgbClr val="333333"/>
                </a:solidFill>
              </a:rPr>
              <a:t> Intent Classification -&gt; Retrieval -&gt; Answer Generation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Intent Router</a:t>
            </a:r>
            <a:r>
              <a:rPr sz="2000">
                <a:solidFill>
                  <a:srgbClr val="333333"/>
                </a:solidFill>
              </a:rPr>
              <a:t> (LoRA adapter): classifies query as Type1/Type2/Type3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Type1 (exact fact) -&gt; NL2SQL -&gt; SQLite (XBRL financial data)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Type2 (qualitative) -&gt; Query Rewrite -&gt; Hybrid RAG (BM25 + Dense + Cross-Encoder)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Type3 (chat) -&gt; Direct answer, no retrieval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vLLM + Punica Multi-LoRA:</a:t>
            </a:r>
            <a:r>
              <a:rPr sz="2000">
                <a:solidFill>
                  <a:srgbClr val="333333"/>
                </a:solidFill>
              </a:rPr>
              <a:t> 3 adapters share one GPU process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Data stores:</a:t>
            </a:r>
            <a:r>
              <a:rPr sz="2000">
                <a:solidFill>
                  <a:srgbClr val="333333"/>
                </a:solidFill>
              </a:rPr>
              <a:t> ChromaDB (516K chunks) + SQLite (40K financial rows)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AAABB"/>
                </a:solidFill>
              </a:defRPr>
            </a:pPr>
            <a:r>
              <a:t>All 3 LoRA adapters (intent, rewriter, nl2sql) served via Punica SGMV kernels in a single vLLM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Quantization Strategy: FP16 vs INT8 vs AWQ4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6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06D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Technique</a:t>
                      </a:r>
                    </a:p>
                  </a:txBody>
                  <a:tcPr anchor="ctr">
                    <a:solidFill>
                      <a:srgbClr val="006D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Weight Size</a:t>
                      </a:r>
                    </a:p>
                  </a:txBody>
                  <a:tcPr anchor="ctr">
                    <a:solidFill>
                      <a:srgbClr val="006D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VRAM (weights)</a:t>
                      </a:r>
                    </a:p>
                  </a:txBody>
                  <a:tcPr anchor="ctr">
                    <a:solidFill>
                      <a:srgbClr val="006D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KV Cache Budget</a:t>
                      </a:r>
                    </a:p>
                  </a:txBody>
                  <a:tcPr anchor="ctr">
                    <a:solidFill>
                      <a:srgbClr val="006D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FP16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bfloat16, no compression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16-bit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~6 GB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~18 GB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bitsandbytes LLM.int8() dequant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8-bit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~3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~21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AWQ4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W4A16 Marlin fused INT4xFP16 GEMM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4-bit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~1.5 GB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~22.5 GB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Accuracy: Unified 52-Case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6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5156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AAABB"/>
                </a:solidFill>
              </a:defRPr>
            </a:pPr>
            <a:r>
              <a:t>AWQ4 achieves the highest overall composite score (0.904), crossing the 0.9 target. GPT-4o fails on Type1 due to knowledge cutoff.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Accuracy Detail: Intent / Value / Keyword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6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uracy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5156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AAABB"/>
                </a:solidFill>
              </a:defRPr>
            </a:pPr>
            <a:r>
              <a:t>All local configs achieve 100% value accuracy (numbers from SQLite/XBRL). GPT-4o has best fluency (4.7/5) but worst value accuracy (42.9%).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Throughput: QPS vs Concurrency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6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hroughpu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5156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AAABB"/>
                </a:solidFill>
              </a:defRPr>
            </a:pPr>
            <a:r>
              <a:t>AWQ4 is the best local option at every concurrency level. INT8 degrades severely at c=4 (0.19 QPS) due to runtime dequantization overhead.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Latency: Median Response Time vs Concurrency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6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t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5156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AAABB"/>
                </a:solidFill>
              </a:defRPr>
            </a:pPr>
            <a:r>
              <a:t>AWQ4 maintains flat ~2.6s p50 at c=4-16. INT8 spikes to 24.6s at c=8. GPT-4o has lowest latency but worst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End-to-End Pipeline Latency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6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peline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5156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AAABB"/>
                </a:solidFill>
              </a:defRPr>
            </a:pPr>
            <a:r>
              <a:t>AWQ4 p50 = 0.8s (Type1 queries resolve in &lt;1s via SQL). INT8 p95 = 71.9s due to bitsandbytes JIT compilation on early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Key Optimizations Applied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006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AWQ4 W4A16 Marlin kernels</a:t>
            </a:r>
            <a:r>
              <a:rPr sz="2000">
                <a:solidFill>
                  <a:srgbClr val="333333"/>
                </a:solidFill>
              </a:rPr>
              <a:t> -- 4x weight compression, fused INT4xFP16 GEMM, zero accuracy loss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Punica Multi-LoRA</a:t>
            </a:r>
            <a:r>
              <a:rPr sz="2000">
                <a:solidFill>
                  <a:srgbClr val="333333"/>
                </a:solidFill>
              </a:rPr>
              <a:t> -- 3 adapters in 1 GPU process via SGMV batched forward pass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Cross-encoder on CPU</a:t>
            </a:r>
            <a:r>
              <a:rPr sz="2000">
                <a:solidFill>
                  <a:srgbClr val="333333"/>
                </a:solidFill>
              </a:rPr>
              <a:t> -- prevents GPU contention with vLLM; ~200ms for 50 candidates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Rerank candidate cap (top-50)</a:t>
            </a:r>
            <a:r>
              <a:rPr sz="2000">
                <a:solidFill>
                  <a:srgbClr val="333333"/>
                </a:solidFill>
              </a:rPr>
              <a:t> -- limits cross-encoder work, prevents stalls at high concurrency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BM25 index built once</a:t>
            </a:r>
            <a:r>
              <a:rPr sz="2000">
                <a:solidFill>
                  <a:srgbClr val="333333"/>
                </a:solidFill>
              </a:rPr>
              <a:t> at startup (516K docs), reused across all queries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Domain-specific AWQ calibration</a:t>
            </a:r>
            <a:r>
              <a:rPr sz="2000">
                <a:solidFill>
                  <a:srgbClr val="333333"/>
                </a:solidFill>
              </a:rPr>
              <a:t> -- 128 financial conversation samples for quantization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AAABB"/>
                </a:solidFill>
              </a:defRPr>
            </a:pPr>
            <a:r>
              <a:t>Speculative decoding with 1B draft model was tested but HURT performance 25x due to HBM bandwidth contention on 3B target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Final Results: AWQ4 vs Cloud (GPT-4o)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6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6D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AWQ4 (Local)</a:t>
                      </a:r>
                    </a:p>
                  </a:txBody>
                  <a:tcPr anchor="ctr">
                    <a:solidFill>
                      <a:srgbClr val="006D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GPT-4o (API)</a:t>
                      </a:r>
                    </a:p>
                  </a:txBody>
                  <a:tcPr anchor="ctr">
                    <a:solidFill>
                      <a:srgbClr val="006D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Composite Accuracy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0.9038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0.6467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Value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42.9%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Intent Accuracy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Keyword Hit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93.9%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75.7%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Fluency (1-5)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3.4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4.7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Latency p50 (c=1)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0.53s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0.85s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Peak QPS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3.46 (c=16)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7.03 (c=8)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Cost per 1K queries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~$15-30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Data Privacy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Fully local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Sent to OpenAI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Where to Improve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006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Type2 RAG latency (5-11s)</a:t>
            </a:r>
            <a:r>
              <a:rPr sz="2000">
                <a:solidFill>
                  <a:srgbClr val="333333"/>
                </a:solidFill>
              </a:rPr>
              <a:t> -- main bottleneck; async parallel retrieval + lighter reranker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Fluency gap</a:t>
            </a:r>
            <a:r>
              <a:rPr sz="2000">
                <a:solidFill>
                  <a:srgbClr val="333333"/>
                </a:solidFill>
              </a:rPr>
              <a:t> (3.4 vs 4.7) -- fine-tune answer generator on GPT-4o-distilled data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Streaming</a:t>
            </a:r>
            <a:r>
              <a:rPr sz="2000">
                <a:solidFill>
                  <a:srgbClr val="333333"/>
                </a:solidFill>
              </a:rPr>
              <a:t> -- add SSE via vLLM async iterator for perceived latency improvement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Context window</a:t>
            </a:r>
            <a:r>
              <a:rPr sz="2000">
                <a:solidFill>
                  <a:srgbClr val="333333"/>
                </a:solidFill>
              </a:rPr>
              <a:t> -- upgrade to 32K+ model (Llama-3.1-8B) for more retrieved chunks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Multi-GPU scaling</a:t>
            </a:r>
            <a:r>
              <a:rPr sz="2000">
                <a:solidFill>
                  <a:srgbClr val="333333"/>
                </a:solidFill>
              </a:rPr>
              <a:t> -- tensor parallelism or load-balanced vLLM for &gt;5 QPS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Evaluation coverage</a:t>
            </a:r>
            <a:r>
              <a:rPr sz="2000">
                <a:solidFill>
                  <a:srgbClr val="333333"/>
                </a:solidFill>
              </a:rPr>
              <a:t> -- expand from 52 to 200+ cases with adversarial examples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333333"/>
                </a:solidFill>
              </a:rPr>
              <a:t>Conclusion:</a:t>
            </a:r>
            <a:r>
              <a:rPr sz="2000">
                <a:solidFill>
                  <a:srgbClr val="333333"/>
                </a:solidFill>
              </a:rPr>
              <a:t> A local 3B model with AWQ4 + vLLM achieves 0.90 accuracy,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100% value accuracy, and 0.53s latency -- beating GPT-4o on financial QA at $0/query.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